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fd00647b054fc1" /><Relationship Type="http://schemas.openxmlformats.org/officeDocument/2006/relationships/extended-properties" Target="/docProps/app.xml" Id="R53da3daf1fdc47a0" /><Relationship Type="http://schemas.openxmlformats.org/officeDocument/2006/relationships/officeDocument" Target="/ppt/presentation.xml" Id="R90e537c0da0b4f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6ea84b37554a8c"/>
  </p:sldMasterIdLst>
  <p:notesMasterIdLst>
    <p:notesMasterId xmlns:r="http://schemas.openxmlformats.org/officeDocument/2006/relationships" r:id="Re1afea5cbffa4854"/>
  </p:notesMasterIdLst>
  <p:sldIdLst>
    <p:sldId xmlns:r="http://schemas.openxmlformats.org/officeDocument/2006/relationships" id="256" r:id="Rd477294ba2374889"/>
    <p:sldId xmlns:r="http://schemas.openxmlformats.org/officeDocument/2006/relationships" id="257" r:id="Ref9347d1d4c5461f"/>
    <p:sldId xmlns:r="http://schemas.openxmlformats.org/officeDocument/2006/relationships" id="258" r:id="R790802e92f4e489a"/>
    <p:sldId xmlns:r="http://schemas.openxmlformats.org/officeDocument/2006/relationships" id="259" r:id="R66945d7294ba4286"/>
    <p:sldId xmlns:r="http://schemas.openxmlformats.org/officeDocument/2006/relationships" id="260" r:id="R3f70eac7f0694d44"/>
    <p:sldId xmlns:r="http://schemas.openxmlformats.org/officeDocument/2006/relationships" id="261" r:id="R9d7c2d3b006e4ffb"/>
    <p:sldId xmlns:r="http://schemas.openxmlformats.org/officeDocument/2006/relationships" id="262" r:id="R9e9b717495664670"/>
    <p:sldId xmlns:r="http://schemas.openxmlformats.org/officeDocument/2006/relationships" id="263" r:id="Re3ea8d6304da4dfa"/>
    <p:sldId xmlns:r="http://schemas.openxmlformats.org/officeDocument/2006/relationships" id="264" r:id="R764f97a2346e4cd3"/>
    <p:sldId xmlns:r="http://schemas.openxmlformats.org/officeDocument/2006/relationships" id="265" r:id="R4b54cf2bc01b4053"/>
    <p:sldId xmlns:r="http://schemas.openxmlformats.org/officeDocument/2006/relationships" id="266" r:id="R78e991ffe7fc49d3"/>
    <p:sldId xmlns:r="http://schemas.openxmlformats.org/officeDocument/2006/relationships" id="267" r:id="R1d2b0a951ad24c01"/>
    <p:sldId xmlns:r="http://schemas.openxmlformats.org/officeDocument/2006/relationships" id="268" r:id="Re307072bbcc047b1"/>
    <p:sldId xmlns:r="http://schemas.openxmlformats.org/officeDocument/2006/relationships" id="269" r:id="Rc634d7e1719d43b2"/>
    <p:sldId xmlns:r="http://schemas.openxmlformats.org/officeDocument/2006/relationships" id="270" r:id="R74f62e679f644b58"/>
    <p:sldId xmlns:r="http://schemas.openxmlformats.org/officeDocument/2006/relationships" id="271" r:id="R174d50b366f24dff"/>
    <p:sldId xmlns:r="http://schemas.openxmlformats.org/officeDocument/2006/relationships" id="272" r:id="R2109ee12394a4627"/>
    <p:sldId xmlns:r="http://schemas.openxmlformats.org/officeDocument/2006/relationships" id="273" r:id="R1a4ad38f710a4059"/>
    <p:sldId xmlns:r="http://schemas.openxmlformats.org/officeDocument/2006/relationships" id="274" r:id="R8efca10e23194876"/>
    <p:sldId xmlns:r="http://schemas.openxmlformats.org/officeDocument/2006/relationships" id="275" r:id="R1fd0a4bea1784b9e"/>
    <p:sldId xmlns:r="http://schemas.openxmlformats.org/officeDocument/2006/relationships" id="276" r:id="Raaa1a93027324e1d"/>
    <p:sldId xmlns:r="http://schemas.openxmlformats.org/officeDocument/2006/relationships" id="277" r:id="Raf57b425815d452e"/>
    <p:sldId xmlns:r="http://schemas.openxmlformats.org/officeDocument/2006/relationships" id="278" r:id="Ra81bd70d1e4d481c"/>
    <p:sldId xmlns:r="http://schemas.openxmlformats.org/officeDocument/2006/relationships" id="279" r:id="Rf7319747f2ee44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a10c4345014cbe" /><Relationship Type="http://schemas.openxmlformats.org/officeDocument/2006/relationships/slideMaster" Target="/ppt/slideMasters/slideMaster1.xml" Id="Rb36ea84b37554a8c" /><Relationship Type="http://schemas.openxmlformats.org/officeDocument/2006/relationships/notesMaster" Target="/ppt/notesMasters/notesMaster1.xml" Id="Re1afea5cbffa4854" /><Relationship Type="http://schemas.openxmlformats.org/officeDocument/2006/relationships/presProps" Target="/ppt/presProps.xml" Id="R3fc8c326e6e44a8e" /><Relationship Type="http://schemas.openxmlformats.org/officeDocument/2006/relationships/tableStyles" Target="/ppt/tableStyles.xml" Id="R186c07f70ad4422a" /><Relationship Type="http://schemas.openxmlformats.org/officeDocument/2006/relationships/slide" Target="/ppt/slides/slide1.xml" Id="Rd477294ba2374889" /><Relationship Type="http://schemas.openxmlformats.org/officeDocument/2006/relationships/slide" Target="/ppt/slides/slide2.xml" Id="Ref9347d1d4c5461f" /><Relationship Type="http://schemas.openxmlformats.org/officeDocument/2006/relationships/slide" Target="/ppt/slides/slide3.xml" Id="R790802e92f4e489a" /><Relationship Type="http://schemas.openxmlformats.org/officeDocument/2006/relationships/slide" Target="/ppt/slides/slide4.xml" Id="R66945d7294ba4286" /><Relationship Type="http://schemas.openxmlformats.org/officeDocument/2006/relationships/slide" Target="/ppt/slides/slide5.xml" Id="R3f70eac7f0694d44" /><Relationship Type="http://schemas.openxmlformats.org/officeDocument/2006/relationships/slide" Target="/ppt/slides/slide6.xml" Id="R9d7c2d3b006e4ffb" /><Relationship Type="http://schemas.openxmlformats.org/officeDocument/2006/relationships/slide" Target="/ppt/slides/slide7.xml" Id="R9e9b717495664670" /><Relationship Type="http://schemas.openxmlformats.org/officeDocument/2006/relationships/slide" Target="/ppt/slides/slide8.xml" Id="Re3ea8d6304da4dfa" /><Relationship Type="http://schemas.openxmlformats.org/officeDocument/2006/relationships/slide" Target="/ppt/slides/slide9.xml" Id="R764f97a2346e4cd3" /><Relationship Type="http://schemas.openxmlformats.org/officeDocument/2006/relationships/slide" Target="/ppt/slides/slide10.xml" Id="R4b54cf2bc01b4053" /><Relationship Type="http://schemas.openxmlformats.org/officeDocument/2006/relationships/slide" Target="/ppt/slides/slide11.xml" Id="R78e991ffe7fc49d3" /><Relationship Type="http://schemas.openxmlformats.org/officeDocument/2006/relationships/slide" Target="/ppt/slides/slide12.xml" Id="R1d2b0a951ad24c01" /><Relationship Type="http://schemas.openxmlformats.org/officeDocument/2006/relationships/slide" Target="/ppt/slides/slide13.xml" Id="Re307072bbcc047b1" /><Relationship Type="http://schemas.openxmlformats.org/officeDocument/2006/relationships/slide" Target="/ppt/slides/slide14.xml" Id="Rc634d7e1719d43b2" /><Relationship Type="http://schemas.openxmlformats.org/officeDocument/2006/relationships/slide" Target="/ppt/slides/slide15.xml" Id="R74f62e679f644b58" /><Relationship Type="http://schemas.openxmlformats.org/officeDocument/2006/relationships/slide" Target="/ppt/slides/slide16.xml" Id="R174d50b366f24dff" /><Relationship Type="http://schemas.openxmlformats.org/officeDocument/2006/relationships/slide" Target="/ppt/slides/slide17.xml" Id="R2109ee12394a4627" /><Relationship Type="http://schemas.openxmlformats.org/officeDocument/2006/relationships/slide" Target="/ppt/slides/slide18.xml" Id="R1a4ad38f710a4059" /><Relationship Type="http://schemas.openxmlformats.org/officeDocument/2006/relationships/slide" Target="/ppt/slides/slide19.xml" Id="R8efca10e23194876" /><Relationship Type="http://schemas.openxmlformats.org/officeDocument/2006/relationships/slide" Target="/ppt/slides/slide20.xml" Id="R1fd0a4bea1784b9e" /><Relationship Type="http://schemas.openxmlformats.org/officeDocument/2006/relationships/slide" Target="/ppt/slides/slide21.xml" Id="Raaa1a93027324e1d" /><Relationship Type="http://schemas.openxmlformats.org/officeDocument/2006/relationships/slide" Target="/ppt/slides/slide22.xml" Id="Raf57b425815d452e" /><Relationship Type="http://schemas.openxmlformats.org/officeDocument/2006/relationships/slide" Target="/ppt/slides/slide23.xml" Id="Ra81bd70d1e4d481c" /><Relationship Type="http://schemas.openxmlformats.org/officeDocument/2006/relationships/slide" Target="/ppt/slides/slide24.xml" Id="Rf7319747f2ee44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7175864a1147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04852ba22b43d3" /><Relationship Type="http://schemas.openxmlformats.org/officeDocument/2006/relationships/notesMaster" Target="/ppt/notesMasters/notesMaster1.xml" Id="R0aea0834385543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36d3fa05764555" /><Relationship Type="http://schemas.openxmlformats.org/officeDocument/2006/relationships/notesMaster" Target="/ppt/notesMasters/notesMaster1.xml" Id="R240af2e5d1ae42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fe581e43f64680" /><Relationship Type="http://schemas.openxmlformats.org/officeDocument/2006/relationships/notesMaster" Target="/ppt/notesMasters/notesMaster1.xml" Id="R324e0bbe44d54c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908e70b9f3419d" /><Relationship Type="http://schemas.openxmlformats.org/officeDocument/2006/relationships/notesMaster" Target="/ppt/notesMasters/notesMaster1.xml" Id="Ra0fb7cb15f7043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3936975d984859" /><Relationship Type="http://schemas.openxmlformats.org/officeDocument/2006/relationships/notesMaster" Target="/ppt/notesMasters/notesMaster1.xml" Id="R43986f9affdc4e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5a0d0daa084b10" /><Relationship Type="http://schemas.openxmlformats.org/officeDocument/2006/relationships/notesMaster" Target="/ppt/notesMasters/notesMaster1.xml" Id="R8bf6e1e6068e45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d62c4fc13944ef" /><Relationship Type="http://schemas.openxmlformats.org/officeDocument/2006/relationships/notesMaster" Target="/ppt/notesMasters/notesMaster1.xml" Id="Rb4898631dbbd49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03aee449c440ff" /><Relationship Type="http://schemas.openxmlformats.org/officeDocument/2006/relationships/notesMaster" Target="/ppt/notesMasters/notesMaster1.xml" Id="Rd9c5c41fd3334c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ec71542eb742db" /><Relationship Type="http://schemas.openxmlformats.org/officeDocument/2006/relationships/notesMaster" Target="/ppt/notesMasters/notesMaster1.xml" Id="Re063d08c2b1d47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a5f625d88141d4" /><Relationship Type="http://schemas.openxmlformats.org/officeDocument/2006/relationships/notesMaster" Target="/ppt/notesMasters/notesMaster1.xml" Id="Rda90b2b25d6645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86e20bb822469e" /><Relationship Type="http://schemas.openxmlformats.org/officeDocument/2006/relationships/notesMaster" Target="/ppt/notesMasters/notesMaster1.xml" Id="R2bc39249a4ab4b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20404b74b84008" /><Relationship Type="http://schemas.openxmlformats.org/officeDocument/2006/relationships/notesMaster" Target="/ppt/notesMasters/notesMaster1.xml" Id="R2557c91513e945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7d04c252884a5e" /><Relationship Type="http://schemas.openxmlformats.org/officeDocument/2006/relationships/notesMaster" Target="/ppt/notesMasters/notesMaster1.xml" Id="Rf50ecba2f9744e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1ab8e39af94a02" /><Relationship Type="http://schemas.openxmlformats.org/officeDocument/2006/relationships/notesMaster" Target="/ppt/notesMasters/notesMaster1.xml" Id="R3d4e4491d2304a7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897bbf59bd482b" /><Relationship Type="http://schemas.openxmlformats.org/officeDocument/2006/relationships/notesMaster" Target="/ppt/notesMasters/notesMaster1.xml" Id="R12fdc345df994ec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e73cc87bdd4ab6" /><Relationship Type="http://schemas.openxmlformats.org/officeDocument/2006/relationships/notesMaster" Target="/ppt/notesMasters/notesMaster1.xml" Id="R34ab504984fb4e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f6a317199d04784" /><Relationship Type="http://schemas.openxmlformats.org/officeDocument/2006/relationships/notesMaster" Target="/ppt/notesMasters/notesMaster1.xml" Id="R4cc3695a6e33424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189746faa284335" /><Relationship Type="http://schemas.openxmlformats.org/officeDocument/2006/relationships/notesMaster" Target="/ppt/notesMasters/notesMaster1.xml" Id="Rb70caea5962d45f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513f9e8b864d70" /><Relationship Type="http://schemas.openxmlformats.org/officeDocument/2006/relationships/notesMaster" Target="/ppt/notesMasters/notesMaster1.xml" Id="R7237edc1105348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9ffffa98e3e45b5" /><Relationship Type="http://schemas.openxmlformats.org/officeDocument/2006/relationships/notesMaster" Target="/ppt/notesMasters/notesMaster1.xml" Id="Re3ec02a62835442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c2d58f110584a50" /><Relationship Type="http://schemas.openxmlformats.org/officeDocument/2006/relationships/notesMaster" Target="/ppt/notesMasters/notesMaster1.xml" Id="R12d98451be7a48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d63972100f24d47" /><Relationship Type="http://schemas.openxmlformats.org/officeDocument/2006/relationships/notesMaster" Target="/ppt/notesMasters/notesMaster1.xml" Id="R85379285fc074e1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e71e943dba44505" /><Relationship Type="http://schemas.openxmlformats.org/officeDocument/2006/relationships/notesMaster" Target="/ppt/notesMasters/notesMaster1.xml" Id="R893b0406b4b04b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6f176caf77143cf" /><Relationship Type="http://schemas.openxmlformats.org/officeDocument/2006/relationships/notesMaster" Target="/ppt/notesMasters/notesMaster1.xml" Id="Rabc7774f920b4e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d5d6f02d6e46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0355f45941481b" /><Relationship Type="http://schemas.openxmlformats.org/officeDocument/2006/relationships/slideLayout" Target="/ppt/slideLayouts/slideLayout1.xml" Id="Raa554ea9cbd94b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554ea9cbd94b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2a495e284421d" /><Relationship Type="http://schemas.openxmlformats.org/officeDocument/2006/relationships/notesSlide" Target="/ppt/notesSlides/notesSlide1.xml" Id="R41210ef4687742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65a40aaae4a45" /><Relationship Type="http://schemas.openxmlformats.org/officeDocument/2006/relationships/notesSlide" Target="/ppt/notesSlides/notesSlide2.xml" Id="Rd9244536a05a41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db0a898a14899" /><Relationship Type="http://schemas.openxmlformats.org/officeDocument/2006/relationships/notesSlide" Target="/ppt/notesSlides/notesSlide3.xml" Id="R91074e2101484b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fe72cce45494d" /><Relationship Type="http://schemas.openxmlformats.org/officeDocument/2006/relationships/image" Target="/ppt/media/image.png" Id="Rb32c589fd8aa4814" /><Relationship Type="http://schemas.openxmlformats.org/officeDocument/2006/relationships/notesSlide" Target="/ppt/notesSlides/notesSlide4.xml" Id="R9ae19ceb21b044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2a664c8844223" /><Relationship Type="http://schemas.openxmlformats.org/officeDocument/2006/relationships/image" Target="/ppt/media/image2.png" Id="R779a188629c24641" /><Relationship Type="http://schemas.openxmlformats.org/officeDocument/2006/relationships/notesSlide" Target="/ppt/notesSlides/notesSlide5.xml" Id="Rc3a744a9bade4f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4898232be4d16" /><Relationship Type="http://schemas.openxmlformats.org/officeDocument/2006/relationships/image" Target="/ppt/media/image3.png" Id="R65f12f717f4e4252" /><Relationship Type="http://schemas.openxmlformats.org/officeDocument/2006/relationships/notesSlide" Target="/ppt/notesSlides/notesSlide6.xml" Id="R4736c757dd6249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965363cac4167" /><Relationship Type="http://schemas.openxmlformats.org/officeDocument/2006/relationships/image" Target="/ppt/media/image4.png" Id="Rda68045e58534f47" /><Relationship Type="http://schemas.openxmlformats.org/officeDocument/2006/relationships/notesSlide" Target="/ppt/notesSlides/notesSlide7.xml" Id="Rf083a8c8372445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18987daf34497" /><Relationship Type="http://schemas.openxmlformats.org/officeDocument/2006/relationships/image" Target="/ppt/media/image5.png" Id="Ra09d1511312041d0" /><Relationship Type="http://schemas.openxmlformats.org/officeDocument/2006/relationships/notesSlide" Target="/ppt/notesSlides/notesSlide8.xml" Id="Rb8e66df8583545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000725e054349" /><Relationship Type="http://schemas.openxmlformats.org/officeDocument/2006/relationships/image" Target="/ppt/media/image6.png" Id="R0dda188c8bc2495e" /><Relationship Type="http://schemas.openxmlformats.org/officeDocument/2006/relationships/notesSlide" Target="/ppt/notesSlides/notesSlide9.xml" Id="Rd538c4aa236a4d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5058c80834959" /><Relationship Type="http://schemas.openxmlformats.org/officeDocument/2006/relationships/image" Target="/ppt/media/image7.png" Id="R89cceee993844749" /><Relationship Type="http://schemas.openxmlformats.org/officeDocument/2006/relationships/notesSlide" Target="/ppt/notesSlides/notesSlide10.xml" Id="Rd653bda46d6e49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c6fc0540b400f" /><Relationship Type="http://schemas.openxmlformats.org/officeDocument/2006/relationships/image" Target="/ppt/media/image8.png" Id="R1068e81a339941df" /><Relationship Type="http://schemas.openxmlformats.org/officeDocument/2006/relationships/notesSlide" Target="/ppt/notesSlides/notesSlide11.xml" Id="Rb8e9d6cc98404d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2f6f8ff4c4250" /><Relationship Type="http://schemas.openxmlformats.org/officeDocument/2006/relationships/image" Target="/ppt/media/image9.png" Id="R9ed9a2939a494475" /><Relationship Type="http://schemas.openxmlformats.org/officeDocument/2006/relationships/notesSlide" Target="/ppt/notesSlides/notesSlide12.xml" Id="Rb3d4b4d6813c43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6664a0fdf4238" /><Relationship Type="http://schemas.openxmlformats.org/officeDocument/2006/relationships/image" Target="/ppt/media/image10.png" Id="R2779ef204bd54d5c" /><Relationship Type="http://schemas.openxmlformats.org/officeDocument/2006/relationships/notesSlide" Target="/ppt/notesSlides/notesSlide13.xml" Id="R16ece683fb9348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0ddcf1626431e" /><Relationship Type="http://schemas.openxmlformats.org/officeDocument/2006/relationships/image" Target="/ppt/media/image11.png" Id="R5fdb071f2d2c47f7" /><Relationship Type="http://schemas.openxmlformats.org/officeDocument/2006/relationships/notesSlide" Target="/ppt/notesSlides/notesSlide14.xml" Id="R217f726fc80b48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cf385472f4fff" /><Relationship Type="http://schemas.openxmlformats.org/officeDocument/2006/relationships/image" Target="/ppt/media/image12.png" Id="R8f141eb782344205" /><Relationship Type="http://schemas.openxmlformats.org/officeDocument/2006/relationships/notesSlide" Target="/ppt/notesSlides/notesSlide15.xml" Id="R5889280f31fc4f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77ada3ce347c9" /><Relationship Type="http://schemas.openxmlformats.org/officeDocument/2006/relationships/image" Target="/ppt/media/image13.png" Id="R570bffaebc164c77" /><Relationship Type="http://schemas.openxmlformats.org/officeDocument/2006/relationships/notesSlide" Target="/ppt/notesSlides/notesSlide16.xml" Id="Rb2609a2f0d7b4bf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ae778b5a2f41b8" /><Relationship Type="http://schemas.openxmlformats.org/officeDocument/2006/relationships/image" Target="/ppt/media/image14.png" Id="R3303ed2748c043f9" /><Relationship Type="http://schemas.openxmlformats.org/officeDocument/2006/relationships/notesSlide" Target="/ppt/notesSlides/notesSlide17.xml" Id="Rbd54c9dda3254f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fba97a8ce47b3" /><Relationship Type="http://schemas.openxmlformats.org/officeDocument/2006/relationships/image" Target="/ppt/media/image15.png" Id="R3a353e102c7b478d" /><Relationship Type="http://schemas.openxmlformats.org/officeDocument/2006/relationships/notesSlide" Target="/ppt/notesSlides/notesSlide18.xml" Id="R626f45c23b08476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1852ec4254575" /><Relationship Type="http://schemas.openxmlformats.org/officeDocument/2006/relationships/image" Target="/ppt/media/image16.png" Id="Rd89f683ca8d145c1" /><Relationship Type="http://schemas.openxmlformats.org/officeDocument/2006/relationships/notesSlide" Target="/ppt/notesSlides/notesSlide19.xml" Id="R9fe3b8500d0f456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aad5c2cb14071" /><Relationship Type="http://schemas.openxmlformats.org/officeDocument/2006/relationships/image" Target="/ppt/media/image17.png" Id="Ra237a301e8eb48d3" /><Relationship Type="http://schemas.openxmlformats.org/officeDocument/2006/relationships/notesSlide" Target="/ppt/notesSlides/notesSlide20.xml" Id="R800b075ebd5f440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2ac86cd2b4e81" /><Relationship Type="http://schemas.openxmlformats.org/officeDocument/2006/relationships/image" Target="/ppt/media/image18.png" Id="R0277a71c808e4f64" /><Relationship Type="http://schemas.openxmlformats.org/officeDocument/2006/relationships/notesSlide" Target="/ppt/notesSlides/notesSlide21.xml" Id="R9ea6c54ec2d74e2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77fce0f664c2b" /><Relationship Type="http://schemas.openxmlformats.org/officeDocument/2006/relationships/image" Target="/ppt/media/image19.png" Id="R67d16124381a4d5a" /><Relationship Type="http://schemas.openxmlformats.org/officeDocument/2006/relationships/notesSlide" Target="/ppt/notesSlides/notesSlide22.xml" Id="Rcec234614ab245b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2019c96dc464a" /><Relationship Type="http://schemas.openxmlformats.org/officeDocument/2006/relationships/image" Target="/ppt/media/image20.png" Id="Reb2e8e67cfdc480a" /><Relationship Type="http://schemas.openxmlformats.org/officeDocument/2006/relationships/notesSlide" Target="/ppt/notesSlides/notesSlide23.xml" Id="R01b7e0be9eab4fb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38ca6d20d493b" /><Relationship Type="http://schemas.openxmlformats.org/officeDocument/2006/relationships/image" Target="/ppt/media/image21.png" Id="R09bb183f4d774701" /><Relationship Type="http://schemas.openxmlformats.org/officeDocument/2006/relationships/notesSlide" Target="/ppt/notesSlides/notesSlide24.xml" Id="R3b43c8a784c343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ule-72">
            <a:extLst xmlns:a="http://schemas.openxmlformats.org/drawingml/2006/main">
              <a:ext uri="{FF2B5EF4-FFF2-40B4-BE49-F238E27FC236}">
                <a16:creationId xmlns:a16="http://schemas.microsoft.com/office/drawing/2014/main" id="{45B8A6F7-D92B-400E-B693-E4D30E05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49C2C96-DE87-42C2-91EF-237FF4EB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SAP490 REVIEW ASSET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87B1F8E-6AD9-4DF9-8373-A45DE88D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F172A"/>
                </a:solidFill>
              </a:defRPr>
            </a:pPr>
            <a:r>
              <a:rPr sz="4350" b="1">
                <a:solidFill>
                  <a:srgbClr val="0F172A"/>
                </a:solidFill>
              </a:rPr>
              <a:t>IDTS Diagram Pack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8873AC2-A4DA-4B7B-835D-4AACD321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334155"/>
                </a:solidFill>
              </a:defRPr>
            </a:pPr>
            <a:r>
              <a:rPr sz="2025">
                <a:solidFill>
                  <a:srgbClr val="334155"/>
                </a:solidFill>
              </a:rPr>
              <a:t>Issue and Defect Tracking System in SAP</a:t>
            </a:r>
          </a:p>
        </p:txBody>
      </p:sp>
      <p:sp>
        <p:nvSpPr>
          <p:cNvPr id="5" name="cover-body">
            <a:extLst xmlns:a="http://schemas.openxmlformats.org/drawingml/2006/main">
              <a:ext uri="{FF2B5EF4-FFF2-40B4-BE49-F238E27FC236}">
                <a16:creationId xmlns:a16="http://schemas.microsoft.com/office/drawing/2014/main" id="{A3A1DC9C-12CD-468C-83BB-5A4F9FB6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21 traceable diagrams • Editable source and SVG included • 11 July 2026</a:t>
            </a:r>
          </a:p>
        </p:txBody>
      </p:sp>
      <p:sp>
        <p:nvSpPr>
          <p:cNvPr id="6" name="cover-code">
            <a:extLst xmlns:a="http://schemas.openxmlformats.org/drawingml/2006/main">
              <a:ext uri="{FF2B5EF4-FFF2-40B4-BE49-F238E27FC236}">
                <a16:creationId xmlns:a16="http://schemas.microsoft.com/office/drawing/2014/main" id="{9AA89A88-F5A0-49F0-9105-A9284942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3A5F"/>
                </a:solidFill>
              </a:defRPr>
            </a:pPr>
            <a:r>
              <a:rPr sz="1650" b="1">
                <a:solidFill>
                  <a:srgbClr val="1E3A5F"/>
                </a:solidFill>
              </a:rPr>
              <a:t>SU26SAP01_GSU26SAP01</a:t>
            </a:r>
          </a:p>
        </p:txBody>
      </p:sp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54E02A0C-51A8-4520-B089-7F141797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</a:t>
            </a:r>
          </a:p>
        </p:txBody>
      </p:sp>
    </p:spTree>
    <p:extLst>
      <p:ext uri="{BB962C8B-B14F-4D97-AF65-F5344CB8AC3E}">
        <p14:creationId xmlns:p14="http://schemas.microsoft.com/office/powerpoint/2010/main" val="13838106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index-title-Architecture, business flow, and governance">
            <a:extLst xmlns:a="http://schemas.openxmlformats.org/drawingml/2006/main">
              <a:ext uri="{FF2B5EF4-FFF2-40B4-BE49-F238E27FC236}">
                <a16:creationId xmlns:a16="http://schemas.microsoft.com/office/drawing/2014/main" id="{9AB27042-BEC0-40B1-9C2F-8668F1D3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Architecture, business flow, and governance</a:t>
            </a:r>
          </a:p>
        </p:txBody>
      </p:sp>
      <p:sp>
        <p:nvSpPr>
          <p:cNvPr id="2" name="rule-126">
            <a:extLst xmlns:a="http://schemas.openxmlformats.org/drawingml/2006/main">
              <a:ext uri="{FF2B5EF4-FFF2-40B4-BE49-F238E27FC236}">
                <a16:creationId xmlns:a16="http://schemas.microsoft.com/office/drawing/2014/main" id="{42DB04F4-EA09-4F64-AF66-AA5318C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" name="index-01">
            <a:extLst xmlns:a="http://schemas.openxmlformats.org/drawingml/2006/main">
              <a:ext uri="{FF2B5EF4-FFF2-40B4-BE49-F238E27FC236}">
                <a16:creationId xmlns:a16="http://schemas.microsoft.com/office/drawing/2014/main" id="{12033BDC-A203-40AB-8A4B-42EBEBDE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01. System Context</a:t>
            </a:r>
          </a:p>
        </p:txBody>
      </p:sp>
      <p:sp>
        <p:nvSpPr>
          <p:cNvPr id="4" name="index-02">
            <a:extLst xmlns:a="http://schemas.openxmlformats.org/drawingml/2006/main">
              <a:ext uri="{FF2B5EF4-FFF2-40B4-BE49-F238E27FC236}">
                <a16:creationId xmlns:a16="http://schemas.microsoft.com/office/drawing/2014/main" id="{4CCAA756-4476-4529-B113-36054922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02. SAP CAP/Fiori Architecture</a:t>
            </a:r>
          </a:p>
        </p:txBody>
      </p:sp>
      <p:sp>
        <p:nvSpPr>
          <p:cNvPr id="5" name="index-03">
            <a:extLst xmlns:a="http://schemas.openxmlformats.org/drawingml/2006/main">
              <a:ext uri="{FF2B5EF4-FFF2-40B4-BE49-F238E27FC236}">
                <a16:creationId xmlns:a16="http://schemas.microsoft.com/office/drawing/2014/main" id="{076EFC74-7FDC-402F-A74B-02F63B2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764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03. Use Case Diagram</a:t>
            </a:r>
          </a:p>
        </p:txBody>
      </p:sp>
      <p:sp>
        <p:nvSpPr>
          <p:cNvPr id="6" name="index-04">
            <a:extLst xmlns:a="http://schemas.openxmlformats.org/drawingml/2006/main">
              <a:ext uri="{FF2B5EF4-FFF2-40B4-BE49-F238E27FC236}">
                <a16:creationId xmlns:a16="http://schemas.microsoft.com/office/drawing/2014/main" id="{19225DEA-8742-4548-9DCC-7BB3234B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764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04. End-to-End Defect Tracking Flow</a:t>
            </a:r>
          </a:p>
        </p:txBody>
      </p:sp>
      <p:sp>
        <p:nvSpPr>
          <p:cNvPr id="7" name="index-05">
            <a:extLst xmlns:a="http://schemas.openxmlformats.org/drawingml/2006/main">
              <a:ext uri="{FF2B5EF4-FFF2-40B4-BE49-F238E27FC236}">
                <a16:creationId xmlns:a16="http://schemas.microsoft.com/office/drawing/2014/main" id="{443155AD-737A-4655-AEF3-B99AA553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05. Duplicate Checking Flow</a:t>
            </a:r>
          </a:p>
        </p:txBody>
      </p:sp>
      <p:sp>
        <p:nvSpPr>
          <p:cNvPr id="8" name="index-06">
            <a:extLst xmlns:a="http://schemas.openxmlformats.org/drawingml/2006/main">
              <a:ext uri="{FF2B5EF4-FFF2-40B4-BE49-F238E27FC236}">
                <a16:creationId xmlns:a16="http://schemas.microsoft.com/office/drawing/2014/main" id="{40CBC34D-4B93-4DBA-92EA-782E2CCE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06. Assignment Decision Flow</a:t>
            </a:r>
          </a:p>
        </p:txBody>
      </p:sp>
      <p:sp>
        <p:nvSpPr>
          <p:cNvPr id="9" name="index-07">
            <a:extLst xmlns:a="http://schemas.openxmlformats.org/drawingml/2006/main">
              <a:ext uri="{FF2B5EF4-FFF2-40B4-BE49-F238E27FC236}">
                <a16:creationId xmlns:a16="http://schemas.microsoft.com/office/drawing/2014/main" id="{A5725A43-DCF0-464B-A6EC-C54D5FFD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861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07. Developer Review Flow</a:t>
            </a:r>
          </a:p>
        </p:txBody>
      </p:sp>
      <p:sp>
        <p:nvSpPr>
          <p:cNvPr id="10" name="index-08">
            <a:extLst xmlns:a="http://schemas.openxmlformats.org/drawingml/2006/main">
              <a:ext uri="{FF2B5EF4-FFF2-40B4-BE49-F238E27FC236}">
                <a16:creationId xmlns:a16="http://schemas.microsoft.com/office/drawing/2014/main" id="{528BC6EC-FCCF-4622-9894-1447477A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861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08. Bug Status Lifecycle</a:t>
            </a:r>
          </a:p>
        </p:txBody>
      </p:sp>
      <p:sp>
        <p:nvSpPr>
          <p:cNvPr id="11" name="index-09">
            <a:extLst xmlns:a="http://schemas.openxmlformats.org/drawingml/2006/main">
              <a:ext uri="{FF2B5EF4-FFF2-40B4-BE49-F238E27FC236}">
                <a16:creationId xmlns:a16="http://schemas.microsoft.com/office/drawing/2014/main" id="{96D1CB83-3848-4895-8F06-185DB5AC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910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09. Conceptual Data Model</a:t>
            </a:r>
          </a:p>
        </p:txBody>
      </p:sp>
      <p:sp>
        <p:nvSpPr>
          <p:cNvPr id="12" name="index-10">
            <a:extLst xmlns:a="http://schemas.openxmlformats.org/drawingml/2006/main">
              <a:ext uri="{FF2B5EF4-FFF2-40B4-BE49-F238E27FC236}">
                <a16:creationId xmlns:a16="http://schemas.microsoft.com/office/drawing/2014/main" id="{5CA04D12-7AF0-4509-AFFF-C4CE88E3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910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10. Submit Bug and Notification Sequence</a:t>
            </a:r>
          </a:p>
        </p:txBody>
      </p:sp>
      <p:sp>
        <p:nvSpPr>
          <p:cNvPr id="13" name="index-11">
            <a:extLst xmlns:a="http://schemas.openxmlformats.org/drawingml/2006/main">
              <a:ext uri="{FF2B5EF4-FFF2-40B4-BE49-F238E27FC236}">
                <a16:creationId xmlns:a16="http://schemas.microsoft.com/office/drawing/2014/main" id="{6C641B4F-00E6-45A7-A2C4-8CD38BC7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11. Developer Review Notification Sequence</a:t>
            </a:r>
          </a:p>
        </p:txBody>
      </p:sp>
      <p:sp>
        <p:nvSpPr>
          <p:cNvPr id="14" name="index-12">
            <a:extLst xmlns:a="http://schemas.openxmlformats.org/drawingml/2006/main">
              <a:ext uri="{FF2B5EF4-FFF2-40B4-BE49-F238E27FC236}">
                <a16:creationId xmlns:a16="http://schemas.microsoft.com/office/drawing/2014/main" id="{19B12F12-25DD-44B4-87B0-C1F5B5A1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12. PM Monitoring and Escalation Flow</a:t>
            </a:r>
          </a:p>
        </p:txBody>
      </p:sp>
      <p:sp>
        <p:nvSpPr>
          <p:cNvPr id="15" name="footer-2">
            <a:extLst xmlns:a="http://schemas.openxmlformats.org/drawingml/2006/main">
              <a:ext uri="{FF2B5EF4-FFF2-40B4-BE49-F238E27FC236}">
                <a16:creationId xmlns:a16="http://schemas.microsoft.com/office/drawing/2014/main" id="{0F601D19-C247-4C63-A662-8BA13F18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</a:t>
            </a:r>
          </a:p>
        </p:txBody>
      </p:sp>
    </p:spTree>
    <p:extLst>
      <p:ext uri="{BB962C8B-B14F-4D97-AF65-F5344CB8AC3E}">
        <p14:creationId xmlns:p14="http://schemas.microsoft.com/office/powerpoint/2010/main" val="1001407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index-title-Requirements and functional workflows">
            <a:extLst xmlns:a="http://schemas.openxmlformats.org/drawingml/2006/main">
              <a:ext uri="{FF2B5EF4-FFF2-40B4-BE49-F238E27FC236}">
                <a16:creationId xmlns:a16="http://schemas.microsoft.com/office/drawing/2014/main" id="{AFCF502B-1446-4165-868D-CB316B56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Requirements and functional workflows</a:t>
            </a:r>
          </a:p>
        </p:txBody>
      </p:sp>
      <p:sp>
        <p:nvSpPr>
          <p:cNvPr id="2" name="rule-126">
            <a:extLst xmlns:a="http://schemas.openxmlformats.org/drawingml/2006/main">
              <a:ext uri="{FF2B5EF4-FFF2-40B4-BE49-F238E27FC236}">
                <a16:creationId xmlns:a16="http://schemas.microsoft.com/office/drawing/2014/main" id="{4753F7F8-2D53-4395-9DDB-681314E2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" name="index-13">
            <a:extLst xmlns:a="http://schemas.openxmlformats.org/drawingml/2006/main">
              <a:ext uri="{FF2B5EF4-FFF2-40B4-BE49-F238E27FC236}">
                <a16:creationId xmlns:a16="http://schemas.microsoft.com/office/drawing/2014/main" id="{D26B8FEC-C4DC-4A0D-9AFC-030AC67E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13. SRS System Context</a:t>
            </a:r>
          </a:p>
        </p:txBody>
      </p:sp>
      <p:sp>
        <p:nvSpPr>
          <p:cNvPr id="4" name="index-14">
            <a:extLst xmlns:a="http://schemas.openxmlformats.org/drawingml/2006/main">
              <a:ext uri="{FF2B5EF4-FFF2-40B4-BE49-F238E27FC236}">
                <a16:creationId xmlns:a16="http://schemas.microsoft.com/office/drawing/2014/main" id="{945DDC70-9FD0-4781-BFAB-9DDCA114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14. Main Defect Tracking Flow</a:t>
            </a:r>
          </a:p>
        </p:txBody>
      </p:sp>
      <p:sp>
        <p:nvSpPr>
          <p:cNvPr id="5" name="index-15">
            <a:extLst xmlns:a="http://schemas.openxmlformats.org/drawingml/2006/main">
              <a:ext uri="{FF2B5EF4-FFF2-40B4-BE49-F238E27FC236}">
                <a16:creationId xmlns:a16="http://schemas.microsoft.com/office/drawing/2014/main" id="{02EF364B-1DFC-42BA-B3EA-2A6F4830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764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15. Rejected Follow-up Flow</a:t>
            </a:r>
          </a:p>
        </p:txBody>
      </p:sp>
      <p:sp>
        <p:nvSpPr>
          <p:cNvPr id="6" name="index-16">
            <a:extLst xmlns:a="http://schemas.openxmlformats.org/drawingml/2006/main">
              <a:ext uri="{FF2B5EF4-FFF2-40B4-BE49-F238E27FC236}">
                <a16:creationId xmlns:a16="http://schemas.microsoft.com/office/drawing/2014/main" id="{6FCA7D1E-29A4-4631-B872-D9D8C790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764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16. Status Lifecycle</a:t>
            </a:r>
          </a:p>
        </p:txBody>
      </p:sp>
      <p:sp>
        <p:nvSpPr>
          <p:cNvPr id="7" name="index-17">
            <a:extLst xmlns:a="http://schemas.openxmlformats.org/drawingml/2006/main">
              <a:ext uri="{FF2B5EF4-FFF2-40B4-BE49-F238E27FC236}">
                <a16:creationId xmlns:a16="http://schemas.microsoft.com/office/drawing/2014/main" id="{4036F81C-D766-452B-B68F-BD341BE5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17. Bug Creation and Assignment Activity Flow</a:t>
            </a:r>
          </a:p>
        </p:txBody>
      </p:sp>
      <p:sp>
        <p:nvSpPr>
          <p:cNvPr id="8" name="index-18">
            <a:extLst xmlns:a="http://schemas.openxmlformats.org/drawingml/2006/main">
              <a:ext uri="{FF2B5EF4-FFF2-40B4-BE49-F238E27FC236}">
                <a16:creationId xmlns:a16="http://schemas.microsoft.com/office/drawing/2014/main" id="{4FCBAC3A-93AC-4316-B96A-4E3340BC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18. Developer Review Decision Flow</a:t>
            </a:r>
          </a:p>
        </p:txBody>
      </p:sp>
      <p:sp>
        <p:nvSpPr>
          <p:cNvPr id="9" name="index-19">
            <a:extLst xmlns:a="http://schemas.openxmlformats.org/drawingml/2006/main">
              <a:ext uri="{FF2B5EF4-FFF2-40B4-BE49-F238E27FC236}">
                <a16:creationId xmlns:a16="http://schemas.microsoft.com/office/drawing/2014/main" id="{13A9D837-FC7D-4EC5-BA1E-6116F0A1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861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19. Request More Information Flow</a:t>
            </a:r>
          </a:p>
        </p:txBody>
      </p:sp>
      <p:sp>
        <p:nvSpPr>
          <p:cNvPr id="10" name="index-20">
            <a:extLst xmlns:a="http://schemas.openxmlformats.org/drawingml/2006/main">
              <a:ext uri="{FF2B5EF4-FFF2-40B4-BE49-F238E27FC236}">
                <a16:creationId xmlns:a16="http://schemas.microsoft.com/office/drawing/2014/main" id="{A825B93A-10DE-4D5E-96EC-1DB47792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8617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20. Resolve, Retest, Close, and Reopen Flow</a:t>
            </a:r>
          </a:p>
        </p:txBody>
      </p:sp>
      <p:sp>
        <p:nvSpPr>
          <p:cNvPr id="11" name="index-21">
            <a:extLst xmlns:a="http://schemas.openxmlformats.org/drawingml/2006/main">
              <a:ext uri="{FF2B5EF4-FFF2-40B4-BE49-F238E27FC236}">
                <a16:creationId xmlns:a16="http://schemas.microsoft.com/office/drawing/2014/main" id="{857C8224-5320-4650-BB22-F65B37F3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91025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21. PM Monitoring and Escalation Flow</a:t>
            </a:r>
          </a:p>
        </p:txBody>
      </p:sp>
      <p:sp>
        <p:nvSpPr>
          <p:cNvPr id="12" name="footer-3">
            <a:extLst xmlns:a="http://schemas.openxmlformats.org/drawingml/2006/main">
              <a:ext uri="{FF2B5EF4-FFF2-40B4-BE49-F238E27FC236}">
                <a16:creationId xmlns:a16="http://schemas.microsoft.com/office/drawing/2014/main" id="{7110F3D6-D9BC-4CED-9002-9EDEDB60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3</a:t>
            </a:r>
          </a:p>
        </p:txBody>
      </p:sp>
    </p:spTree>
    <p:extLst>
      <p:ext uri="{BB962C8B-B14F-4D97-AF65-F5344CB8AC3E}">
        <p14:creationId xmlns:p14="http://schemas.microsoft.com/office/powerpoint/2010/main" val="15847850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1">
            <a:extLst xmlns:a="http://schemas.openxmlformats.org/drawingml/2006/main">
              <a:ext uri="{FF2B5EF4-FFF2-40B4-BE49-F238E27FC236}">
                <a16:creationId xmlns:a16="http://schemas.microsoft.com/office/drawing/2014/main" id="{858A6EEF-8BE0-4BE9-8E16-B77E2FBA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01. System Context</a:t>
            </a:r>
          </a:p>
        </p:txBody>
      </p:sp>
      <p:sp>
        <p:nvSpPr>
          <p:cNvPr id="2" name="source-01">
            <a:extLst xmlns:a="http://schemas.openxmlformats.org/drawingml/2006/main">
              <a:ext uri="{FF2B5EF4-FFF2-40B4-BE49-F238E27FC236}">
                <a16:creationId xmlns:a16="http://schemas.microsoft.com/office/drawing/2014/main" id="{726540E3-963F-44A7-B6C5-2B40CCC6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docs/diagrams/01-system-context-and-architecture.md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A88010B6-E0BD-4A47-B04F-E5D77FAB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c589fd8aa4814"/>
          <a:stretch xmlns:a="http://schemas.openxmlformats.org/drawingml/2006/main"/>
        </p:blipFill>
        <p:spPr>
          <a:xfrm xmlns:a="http://schemas.openxmlformats.org/drawingml/2006/main">
            <a:off x="876300" y="2424064"/>
            <a:ext cx="10439400" cy="2543272"/>
          </a:xfrm>
          <a:prstGeom xmlns:a="http://schemas.openxmlformats.org/drawingml/2006/main" prst="rect">
            <a:avLst/>
          </a:prstGeom>
        </p:spPr>
      </p:pic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71BB67F8-F4E6-4FF9-AFCD-7EDA581C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4</a:t>
            </a:r>
          </a:p>
        </p:txBody>
      </p:sp>
    </p:spTree>
    <p:extLst>
      <p:ext uri="{BB962C8B-B14F-4D97-AF65-F5344CB8AC3E}">
        <p14:creationId xmlns:p14="http://schemas.microsoft.com/office/powerpoint/2010/main" val="11381906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2">
            <a:extLst xmlns:a="http://schemas.openxmlformats.org/drawingml/2006/main">
              <a:ext uri="{FF2B5EF4-FFF2-40B4-BE49-F238E27FC236}">
                <a16:creationId xmlns:a16="http://schemas.microsoft.com/office/drawing/2014/main" id="{153452FA-25E8-45A2-B0E1-80C70706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02. SAP CAP/Fiori Architecture</a:t>
            </a:r>
          </a:p>
        </p:txBody>
      </p:sp>
      <p:sp>
        <p:nvSpPr>
          <p:cNvPr id="2" name="source-02">
            <a:extLst xmlns:a="http://schemas.openxmlformats.org/drawingml/2006/main">
              <a:ext uri="{FF2B5EF4-FFF2-40B4-BE49-F238E27FC236}">
                <a16:creationId xmlns:a16="http://schemas.microsoft.com/office/drawing/2014/main" id="{D3074A29-61A9-4E98-B4E0-6006AF93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docs/diagrams/01-system-context-and-architecture.md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B31D8778-8875-4196-8D3E-6D73333A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188629c24641"/>
          <a:stretch xmlns:a="http://schemas.openxmlformats.org/drawingml/2006/main"/>
        </p:blipFill>
        <p:spPr>
          <a:xfrm xmlns:a="http://schemas.openxmlformats.org/drawingml/2006/main">
            <a:off x="3334484" y="1409700"/>
            <a:ext cx="5523032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F4388A92-2894-4B11-8161-6ACE49A9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5</a:t>
            </a:r>
          </a:p>
        </p:txBody>
      </p:sp>
    </p:spTree>
    <p:extLst>
      <p:ext uri="{BB962C8B-B14F-4D97-AF65-F5344CB8AC3E}">
        <p14:creationId xmlns:p14="http://schemas.microsoft.com/office/powerpoint/2010/main" val="4383777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3">
            <a:extLst xmlns:a="http://schemas.openxmlformats.org/drawingml/2006/main">
              <a:ext uri="{FF2B5EF4-FFF2-40B4-BE49-F238E27FC236}">
                <a16:creationId xmlns:a16="http://schemas.microsoft.com/office/drawing/2014/main" id="{31DCA2C9-B3AB-414F-BF97-CA4E57CB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03. Use Case Diagram</a:t>
            </a:r>
          </a:p>
        </p:txBody>
      </p:sp>
      <p:sp>
        <p:nvSpPr>
          <p:cNvPr id="2" name="source-03">
            <a:extLst xmlns:a="http://schemas.openxmlformats.org/drawingml/2006/main">
              <a:ext uri="{FF2B5EF4-FFF2-40B4-BE49-F238E27FC236}">
                <a16:creationId xmlns:a16="http://schemas.microsoft.com/office/drawing/2014/main" id="{746308EC-7C22-4D54-9691-07C6E019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docs/diagrams/02-use-cases.md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1DF6532F-963F-417E-B365-BCED37A3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12f717f4e4252"/>
          <a:stretch xmlns:a="http://schemas.openxmlformats.org/drawingml/2006/main"/>
        </p:blipFill>
        <p:spPr>
          <a:xfrm xmlns:a="http://schemas.openxmlformats.org/drawingml/2006/main">
            <a:off x="5594104" y="1409700"/>
            <a:ext cx="1003791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AB7FC8BA-2459-4B55-898B-A915DF5A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6</a:t>
            </a:r>
          </a:p>
        </p:txBody>
      </p:sp>
    </p:spTree>
    <p:extLst>
      <p:ext uri="{BB962C8B-B14F-4D97-AF65-F5344CB8AC3E}">
        <p14:creationId xmlns:p14="http://schemas.microsoft.com/office/powerpoint/2010/main" val="408987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4">
            <a:extLst xmlns:a="http://schemas.openxmlformats.org/drawingml/2006/main">
              <a:ext uri="{FF2B5EF4-FFF2-40B4-BE49-F238E27FC236}">
                <a16:creationId xmlns:a16="http://schemas.microsoft.com/office/drawing/2014/main" id="{3243586A-10DD-475F-9535-7CF432DF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04. End-to-End Defect Tracking Flow</a:t>
            </a:r>
          </a:p>
        </p:txBody>
      </p:sp>
      <p:sp>
        <p:nvSpPr>
          <p:cNvPr id="2" name="source-04">
            <a:extLst xmlns:a="http://schemas.openxmlformats.org/drawingml/2006/main">
              <a:ext uri="{FF2B5EF4-FFF2-40B4-BE49-F238E27FC236}">
                <a16:creationId xmlns:a16="http://schemas.microsoft.com/office/drawing/2014/main" id="{A8554B12-BCE0-483C-82C6-5091916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docs/diagrams/03-business-process-flows.md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D0A82B8A-F89C-4D38-968C-95270673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68045e58534f47"/>
          <a:stretch xmlns:a="http://schemas.openxmlformats.org/drawingml/2006/main"/>
        </p:blipFill>
        <p:spPr>
          <a:xfrm xmlns:a="http://schemas.openxmlformats.org/drawingml/2006/main">
            <a:off x="4248346" y="1409700"/>
            <a:ext cx="3695307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08262439-D42B-445E-8CD1-A3206794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7</a:t>
            </a:r>
          </a:p>
        </p:txBody>
      </p:sp>
    </p:spTree>
    <p:extLst>
      <p:ext uri="{BB962C8B-B14F-4D97-AF65-F5344CB8AC3E}">
        <p14:creationId xmlns:p14="http://schemas.microsoft.com/office/powerpoint/2010/main" val="7375962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5">
            <a:extLst xmlns:a="http://schemas.openxmlformats.org/drawingml/2006/main">
              <a:ext uri="{FF2B5EF4-FFF2-40B4-BE49-F238E27FC236}">
                <a16:creationId xmlns:a16="http://schemas.microsoft.com/office/drawing/2014/main" id="{1F96E250-EED1-49A1-9926-9FB21AA9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05. Duplicate Checking Flow</a:t>
            </a:r>
          </a:p>
        </p:txBody>
      </p:sp>
      <p:sp>
        <p:nvSpPr>
          <p:cNvPr id="2" name="source-05">
            <a:extLst xmlns:a="http://schemas.openxmlformats.org/drawingml/2006/main">
              <a:ext uri="{FF2B5EF4-FFF2-40B4-BE49-F238E27FC236}">
                <a16:creationId xmlns:a16="http://schemas.microsoft.com/office/drawing/2014/main" id="{338C9CA6-9E47-46C6-A368-B4BD8134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docs/diagrams/03-business-process-flows.md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20D7BC7C-AB60-469E-B8FB-CBFB929D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d1511312041d0"/>
          <a:stretch xmlns:a="http://schemas.openxmlformats.org/drawingml/2006/main"/>
        </p:blipFill>
        <p:spPr>
          <a:xfrm xmlns:a="http://schemas.openxmlformats.org/drawingml/2006/main">
            <a:off x="3409007" y="1409700"/>
            <a:ext cx="5373985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0B24E9E8-4C88-4EFF-893F-F9D1CEF9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8</a:t>
            </a:r>
          </a:p>
        </p:txBody>
      </p:sp>
    </p:spTree>
    <p:extLst>
      <p:ext uri="{BB962C8B-B14F-4D97-AF65-F5344CB8AC3E}">
        <p14:creationId xmlns:p14="http://schemas.microsoft.com/office/powerpoint/2010/main" val="14564930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6">
            <a:extLst xmlns:a="http://schemas.openxmlformats.org/drawingml/2006/main">
              <a:ext uri="{FF2B5EF4-FFF2-40B4-BE49-F238E27FC236}">
                <a16:creationId xmlns:a16="http://schemas.microsoft.com/office/drawing/2014/main" id="{031508F4-93CB-45A0-B9A0-DA381FED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06. Assignment Decision Flow</a:t>
            </a:r>
          </a:p>
        </p:txBody>
      </p:sp>
      <p:sp>
        <p:nvSpPr>
          <p:cNvPr id="2" name="source-06">
            <a:extLst xmlns:a="http://schemas.openxmlformats.org/drawingml/2006/main">
              <a:ext uri="{FF2B5EF4-FFF2-40B4-BE49-F238E27FC236}">
                <a16:creationId xmlns:a16="http://schemas.microsoft.com/office/drawing/2014/main" id="{9EA8448D-D757-449C-B3AE-2728CB3B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docs/diagrams/03-business-process-flows.md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92CF19D6-A963-420B-BE81-B70D7E34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a188c8bc2495e"/>
          <a:stretch xmlns:a="http://schemas.openxmlformats.org/drawingml/2006/main"/>
        </p:blipFill>
        <p:spPr>
          <a:xfrm xmlns:a="http://schemas.openxmlformats.org/drawingml/2006/main">
            <a:off x="5363000" y="1409700"/>
            <a:ext cx="146600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C0CAEFBE-2795-490E-91A6-01629256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9</a:t>
            </a:r>
          </a:p>
        </p:txBody>
      </p:sp>
    </p:spTree>
    <p:extLst>
      <p:ext uri="{BB962C8B-B14F-4D97-AF65-F5344CB8AC3E}">
        <p14:creationId xmlns:p14="http://schemas.microsoft.com/office/powerpoint/2010/main" val="72230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7">
            <a:extLst xmlns:a="http://schemas.openxmlformats.org/drawingml/2006/main">
              <a:ext uri="{FF2B5EF4-FFF2-40B4-BE49-F238E27FC236}">
                <a16:creationId xmlns:a16="http://schemas.microsoft.com/office/drawing/2014/main" id="{1FAFBC9E-27AF-4E40-A5E8-7A9A40C5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07. Developer Review Flow</a:t>
            </a:r>
          </a:p>
        </p:txBody>
      </p:sp>
      <p:sp>
        <p:nvSpPr>
          <p:cNvPr id="2" name="source-07">
            <a:extLst xmlns:a="http://schemas.openxmlformats.org/drawingml/2006/main">
              <a:ext uri="{FF2B5EF4-FFF2-40B4-BE49-F238E27FC236}">
                <a16:creationId xmlns:a16="http://schemas.microsoft.com/office/drawing/2014/main" id="{F2CCDC42-BA2E-49DB-93F8-A7368209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docs/diagrams/03-business-process-flows.md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3550CE63-7735-4DB3-B70F-A39EB865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ceee993844749"/>
          <a:stretch xmlns:a="http://schemas.openxmlformats.org/drawingml/2006/main"/>
        </p:blipFill>
        <p:spPr>
          <a:xfrm xmlns:a="http://schemas.openxmlformats.org/drawingml/2006/main">
            <a:off x="3902335" y="1409700"/>
            <a:ext cx="4387329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69BE6733-1D5B-48BE-A763-53739884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10</a:t>
            </a:r>
          </a:p>
        </p:txBody>
      </p:sp>
    </p:spTree>
    <p:extLst>
      <p:ext uri="{BB962C8B-B14F-4D97-AF65-F5344CB8AC3E}">
        <p14:creationId xmlns:p14="http://schemas.microsoft.com/office/powerpoint/2010/main" val="16421904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8">
            <a:extLst xmlns:a="http://schemas.openxmlformats.org/drawingml/2006/main">
              <a:ext uri="{FF2B5EF4-FFF2-40B4-BE49-F238E27FC236}">
                <a16:creationId xmlns:a16="http://schemas.microsoft.com/office/drawing/2014/main" id="{7B38E833-4D39-46F1-87F9-5242511E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08. Bug Status Lifecycle</a:t>
            </a:r>
          </a:p>
        </p:txBody>
      </p:sp>
      <p:sp>
        <p:nvSpPr>
          <p:cNvPr id="2" name="source-08">
            <a:extLst xmlns:a="http://schemas.openxmlformats.org/drawingml/2006/main">
              <a:ext uri="{FF2B5EF4-FFF2-40B4-BE49-F238E27FC236}">
                <a16:creationId xmlns:a16="http://schemas.microsoft.com/office/drawing/2014/main" id="{6DECFCC1-3B9E-4A96-9DFD-98FA4D43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docs/diagrams/04-status-lifecycle.md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87AB82D9-D19E-49DD-9062-20854E4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8e81a339941df"/>
          <a:stretch xmlns:a="http://schemas.openxmlformats.org/drawingml/2006/main"/>
        </p:blipFill>
        <p:spPr>
          <a:xfrm xmlns:a="http://schemas.openxmlformats.org/drawingml/2006/main">
            <a:off x="1592925" y="1409700"/>
            <a:ext cx="9006151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6A50D89A-C1F8-45F8-A83E-D8C8540E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11</a:t>
            </a:r>
          </a:p>
        </p:txBody>
      </p:sp>
    </p:spTree>
    <p:extLst>
      <p:ext uri="{BB962C8B-B14F-4D97-AF65-F5344CB8AC3E}">
        <p14:creationId xmlns:p14="http://schemas.microsoft.com/office/powerpoint/2010/main" val="10144480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9">
            <a:extLst xmlns:a="http://schemas.openxmlformats.org/drawingml/2006/main">
              <a:ext uri="{FF2B5EF4-FFF2-40B4-BE49-F238E27FC236}">
                <a16:creationId xmlns:a16="http://schemas.microsoft.com/office/drawing/2014/main" id="{BDE7E64A-53CD-49BD-A7E8-5024C4BC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09. Conceptual Data Model</a:t>
            </a:r>
          </a:p>
        </p:txBody>
      </p:sp>
      <p:sp>
        <p:nvSpPr>
          <p:cNvPr id="2" name="source-09">
            <a:extLst xmlns:a="http://schemas.openxmlformats.org/drawingml/2006/main">
              <a:ext uri="{FF2B5EF4-FFF2-40B4-BE49-F238E27FC236}">
                <a16:creationId xmlns:a16="http://schemas.microsoft.com/office/drawing/2014/main" id="{80C19C78-6014-4594-9BD5-1975AB8D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docs/diagrams/05-conceptual-data-model.md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C360654B-F45B-4427-A0E0-555F1D6D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9a2939a494475"/>
          <a:stretch xmlns:a="http://schemas.openxmlformats.org/drawingml/2006/main"/>
        </p:blipFill>
        <p:spPr>
          <a:xfrm xmlns:a="http://schemas.openxmlformats.org/drawingml/2006/main">
            <a:off x="4007161" y="1409700"/>
            <a:ext cx="4177678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806A087B-F85D-4D83-8B3A-227CFFB7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12</a:t>
            </a:r>
          </a:p>
        </p:txBody>
      </p:sp>
    </p:spTree>
    <p:extLst>
      <p:ext uri="{BB962C8B-B14F-4D97-AF65-F5344CB8AC3E}">
        <p14:creationId xmlns:p14="http://schemas.microsoft.com/office/powerpoint/2010/main" val="18536574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7FADEA86-F3EA-4034-9D36-015D4032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10. Submit Bug and Notification Sequence</a:t>
            </a:r>
          </a:p>
        </p:txBody>
      </p:sp>
      <p:sp>
        <p:nvSpPr>
          <p:cNvPr id="2" name="source-10">
            <a:extLst xmlns:a="http://schemas.openxmlformats.org/drawingml/2006/main">
              <a:ext uri="{FF2B5EF4-FFF2-40B4-BE49-F238E27FC236}">
                <a16:creationId xmlns:a16="http://schemas.microsoft.com/office/drawing/2014/main" id="{B5FB1CD2-7F58-4956-9616-E13994E8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docs/diagrams/06-notification-audit-monitoring.md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25FDE78F-01F1-4A6E-B002-85E4FC85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79ef204bd54d5c"/>
          <a:stretch xmlns:a="http://schemas.openxmlformats.org/drawingml/2006/main"/>
        </p:blipFill>
        <p:spPr>
          <a:xfrm xmlns:a="http://schemas.openxmlformats.org/drawingml/2006/main">
            <a:off x="1464930" y="1409700"/>
            <a:ext cx="926214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3">
            <a:extLst xmlns:a="http://schemas.openxmlformats.org/drawingml/2006/main">
              <a:ext uri="{FF2B5EF4-FFF2-40B4-BE49-F238E27FC236}">
                <a16:creationId xmlns:a16="http://schemas.microsoft.com/office/drawing/2014/main" id="{27FF1EF4-BC87-4A9F-A49A-4C2E0F4F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13</a:t>
            </a:r>
          </a:p>
        </p:txBody>
      </p:sp>
    </p:spTree>
    <p:extLst>
      <p:ext uri="{BB962C8B-B14F-4D97-AF65-F5344CB8AC3E}">
        <p14:creationId xmlns:p14="http://schemas.microsoft.com/office/powerpoint/2010/main" val="6905896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C32B710B-EAB5-4134-A4C9-991EF2A3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11. Developer Review Notification Sequence</a:t>
            </a:r>
          </a:p>
        </p:txBody>
      </p:sp>
      <p:sp>
        <p:nvSpPr>
          <p:cNvPr id="2" name="source-11">
            <a:extLst xmlns:a="http://schemas.openxmlformats.org/drawingml/2006/main">
              <a:ext uri="{FF2B5EF4-FFF2-40B4-BE49-F238E27FC236}">
                <a16:creationId xmlns:a16="http://schemas.microsoft.com/office/drawing/2014/main" id="{F375385A-9F81-4FDF-A0C3-833B19B8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docs/diagrams/06-notification-audit-monitoring.md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78672724-BBF8-4188-B1F7-15803824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b071f2d2c47f7"/>
          <a:stretch xmlns:a="http://schemas.openxmlformats.org/drawingml/2006/main"/>
        </p:blipFill>
        <p:spPr>
          <a:xfrm xmlns:a="http://schemas.openxmlformats.org/drawingml/2006/main">
            <a:off x="2636108" y="1409700"/>
            <a:ext cx="6919784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4">
            <a:extLst xmlns:a="http://schemas.openxmlformats.org/drawingml/2006/main">
              <a:ext uri="{FF2B5EF4-FFF2-40B4-BE49-F238E27FC236}">
                <a16:creationId xmlns:a16="http://schemas.microsoft.com/office/drawing/2014/main" id="{E9011F45-5D30-427E-B1F3-CD363623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14</a:t>
            </a:r>
          </a:p>
        </p:txBody>
      </p:sp>
    </p:spTree>
    <p:extLst>
      <p:ext uri="{BB962C8B-B14F-4D97-AF65-F5344CB8AC3E}">
        <p14:creationId xmlns:p14="http://schemas.microsoft.com/office/powerpoint/2010/main" val="7607088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2">
            <a:extLst xmlns:a="http://schemas.openxmlformats.org/drawingml/2006/main">
              <a:ext uri="{FF2B5EF4-FFF2-40B4-BE49-F238E27FC236}">
                <a16:creationId xmlns:a16="http://schemas.microsoft.com/office/drawing/2014/main" id="{89345689-E52F-4EC1-98F1-2264A100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12. PM Monitoring and Escalation Flow</a:t>
            </a:r>
          </a:p>
        </p:txBody>
      </p:sp>
      <p:sp>
        <p:nvSpPr>
          <p:cNvPr id="2" name="source-12">
            <a:extLst xmlns:a="http://schemas.openxmlformats.org/drawingml/2006/main">
              <a:ext uri="{FF2B5EF4-FFF2-40B4-BE49-F238E27FC236}">
                <a16:creationId xmlns:a16="http://schemas.microsoft.com/office/drawing/2014/main" id="{EADA1B3B-8989-4B43-99D2-02068608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docs/diagrams/06-notification-audit-monitoring.md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70DFF19F-131B-4247-BF9A-D2793DE3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41eb782344205"/>
          <a:stretch xmlns:a="http://schemas.openxmlformats.org/drawingml/2006/main"/>
        </p:blipFill>
        <p:spPr>
          <a:xfrm xmlns:a="http://schemas.openxmlformats.org/drawingml/2006/main">
            <a:off x="3498574" y="1409700"/>
            <a:ext cx="5194852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5">
            <a:extLst xmlns:a="http://schemas.openxmlformats.org/drawingml/2006/main">
              <a:ext uri="{FF2B5EF4-FFF2-40B4-BE49-F238E27FC236}">
                <a16:creationId xmlns:a16="http://schemas.microsoft.com/office/drawing/2014/main" id="{6611545C-5837-40EB-8AB9-DA050211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15</a:t>
            </a:r>
          </a:p>
        </p:txBody>
      </p:sp>
    </p:spTree>
    <p:extLst>
      <p:ext uri="{BB962C8B-B14F-4D97-AF65-F5344CB8AC3E}">
        <p14:creationId xmlns:p14="http://schemas.microsoft.com/office/powerpoint/2010/main" val="11249957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3">
            <a:extLst xmlns:a="http://schemas.openxmlformats.org/drawingml/2006/main">
              <a:ext uri="{FF2B5EF4-FFF2-40B4-BE49-F238E27FC236}">
                <a16:creationId xmlns:a16="http://schemas.microsoft.com/office/drawing/2014/main" id="{FA7EB9A5-1500-4B91-903C-E7C7F89C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13. SRS System Context</a:t>
            </a:r>
          </a:p>
        </p:txBody>
      </p:sp>
      <p:sp>
        <p:nvSpPr>
          <p:cNvPr id="2" name="source-13">
            <a:extLst xmlns:a="http://schemas.openxmlformats.org/drawingml/2006/main">
              <a:ext uri="{FF2B5EF4-FFF2-40B4-BE49-F238E27FC236}">
                <a16:creationId xmlns:a16="http://schemas.microsoft.com/office/drawing/2014/main" id="{699FE7D2-E6C0-4E2C-BB4E-0A901340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docs/diagrams/07-srs-system-context.md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57999F91-C893-4D30-B7B5-ADF2CF50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bffaebc164c77"/>
          <a:stretch xmlns:a="http://schemas.openxmlformats.org/drawingml/2006/main"/>
        </p:blipFill>
        <p:spPr>
          <a:xfrm xmlns:a="http://schemas.openxmlformats.org/drawingml/2006/main">
            <a:off x="876300" y="2284251"/>
            <a:ext cx="10439400" cy="2822899"/>
          </a:xfrm>
          <a:prstGeom xmlns:a="http://schemas.openxmlformats.org/drawingml/2006/main" prst="rect">
            <a:avLst/>
          </a:prstGeom>
        </p:spPr>
      </p:pic>
      <p:sp>
        <p:nvSpPr>
          <p:cNvPr id="5" name="footer-16">
            <a:extLst xmlns:a="http://schemas.openxmlformats.org/drawingml/2006/main">
              <a:ext uri="{FF2B5EF4-FFF2-40B4-BE49-F238E27FC236}">
                <a16:creationId xmlns:a16="http://schemas.microsoft.com/office/drawing/2014/main" id="{46C4ED24-B6AE-44C9-A7BD-1A5C356E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16</a:t>
            </a:r>
          </a:p>
        </p:txBody>
      </p:sp>
    </p:spTree>
    <p:extLst>
      <p:ext uri="{BB962C8B-B14F-4D97-AF65-F5344CB8AC3E}">
        <p14:creationId xmlns:p14="http://schemas.microsoft.com/office/powerpoint/2010/main" val="1334273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4">
            <a:extLst xmlns:a="http://schemas.openxmlformats.org/drawingml/2006/main">
              <a:ext uri="{FF2B5EF4-FFF2-40B4-BE49-F238E27FC236}">
                <a16:creationId xmlns:a16="http://schemas.microsoft.com/office/drawing/2014/main" id="{995D5524-CB43-453D-8247-1EADC18A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14. Main Defect Tracking Flow</a:t>
            </a:r>
          </a:p>
        </p:txBody>
      </p:sp>
      <p:sp>
        <p:nvSpPr>
          <p:cNvPr id="2" name="source-14">
            <a:extLst xmlns:a="http://schemas.openxmlformats.org/drawingml/2006/main">
              <a:ext uri="{FF2B5EF4-FFF2-40B4-BE49-F238E27FC236}">
                <a16:creationId xmlns:a16="http://schemas.microsoft.com/office/drawing/2014/main" id="{014BA1C3-5681-4E2B-B486-43F77239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4B56972D-2067-4581-9658-408622A6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3ed2748c043f9"/>
          <a:stretch xmlns:a="http://schemas.openxmlformats.org/drawingml/2006/main"/>
        </p:blipFill>
        <p:spPr>
          <a:xfrm xmlns:a="http://schemas.openxmlformats.org/drawingml/2006/main">
            <a:off x="4725798" y="1409700"/>
            <a:ext cx="2740404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7">
            <a:extLst xmlns:a="http://schemas.openxmlformats.org/drawingml/2006/main">
              <a:ext uri="{FF2B5EF4-FFF2-40B4-BE49-F238E27FC236}">
                <a16:creationId xmlns:a16="http://schemas.microsoft.com/office/drawing/2014/main" id="{1A1947ED-285D-4FF6-9576-162F23CD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17</a:t>
            </a:r>
          </a:p>
        </p:txBody>
      </p:sp>
    </p:spTree>
    <p:extLst>
      <p:ext uri="{BB962C8B-B14F-4D97-AF65-F5344CB8AC3E}">
        <p14:creationId xmlns:p14="http://schemas.microsoft.com/office/powerpoint/2010/main" val="7359966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5">
            <a:extLst xmlns:a="http://schemas.openxmlformats.org/drawingml/2006/main">
              <a:ext uri="{FF2B5EF4-FFF2-40B4-BE49-F238E27FC236}">
                <a16:creationId xmlns:a16="http://schemas.microsoft.com/office/drawing/2014/main" id="{92893194-2137-4849-A08D-CFBDEEC1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15. Rejected Follow-up Flow</a:t>
            </a:r>
          </a:p>
        </p:txBody>
      </p:sp>
      <p:sp>
        <p:nvSpPr>
          <p:cNvPr id="2" name="source-15">
            <a:extLst xmlns:a="http://schemas.openxmlformats.org/drawingml/2006/main">
              <a:ext uri="{FF2B5EF4-FFF2-40B4-BE49-F238E27FC236}">
                <a16:creationId xmlns:a16="http://schemas.microsoft.com/office/drawing/2014/main" id="{6075660E-1B8E-49EC-BEF0-E2BE7573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EEBED317-44D8-4227-A047-64DB4B4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53e102c7b478d"/>
          <a:stretch xmlns:a="http://schemas.openxmlformats.org/drawingml/2006/main"/>
        </p:blipFill>
        <p:spPr>
          <a:xfrm xmlns:a="http://schemas.openxmlformats.org/drawingml/2006/main">
            <a:off x="2041195" y="1409700"/>
            <a:ext cx="8109611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8">
            <a:extLst xmlns:a="http://schemas.openxmlformats.org/drawingml/2006/main">
              <a:ext uri="{FF2B5EF4-FFF2-40B4-BE49-F238E27FC236}">
                <a16:creationId xmlns:a16="http://schemas.microsoft.com/office/drawing/2014/main" id="{DB00D2D2-C1AE-4885-87EB-010FC254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18</a:t>
            </a:r>
          </a:p>
        </p:txBody>
      </p:sp>
    </p:spTree>
    <p:extLst>
      <p:ext uri="{BB962C8B-B14F-4D97-AF65-F5344CB8AC3E}">
        <p14:creationId xmlns:p14="http://schemas.microsoft.com/office/powerpoint/2010/main" val="12753888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6">
            <a:extLst xmlns:a="http://schemas.openxmlformats.org/drawingml/2006/main">
              <a:ext uri="{FF2B5EF4-FFF2-40B4-BE49-F238E27FC236}">
                <a16:creationId xmlns:a16="http://schemas.microsoft.com/office/drawing/2014/main" id="{65A37E0A-1856-4A40-8D9C-4410BFD4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16. Status Lifecycle</a:t>
            </a:r>
          </a:p>
        </p:txBody>
      </p:sp>
      <p:sp>
        <p:nvSpPr>
          <p:cNvPr id="2" name="source-16">
            <a:extLst xmlns:a="http://schemas.openxmlformats.org/drawingml/2006/main">
              <a:ext uri="{FF2B5EF4-FFF2-40B4-BE49-F238E27FC236}">
                <a16:creationId xmlns:a16="http://schemas.microsoft.com/office/drawing/2014/main" id="{3CB3A947-3658-4BF9-9388-2CD8124E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55E7EE37-0066-42E2-A1C6-E3044078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f683ca8d145c1"/>
          <a:stretch xmlns:a="http://schemas.openxmlformats.org/drawingml/2006/main"/>
        </p:blipFill>
        <p:spPr>
          <a:xfrm xmlns:a="http://schemas.openxmlformats.org/drawingml/2006/main">
            <a:off x="3568181" y="1409700"/>
            <a:ext cx="5055639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19">
            <a:extLst xmlns:a="http://schemas.openxmlformats.org/drawingml/2006/main">
              <a:ext uri="{FF2B5EF4-FFF2-40B4-BE49-F238E27FC236}">
                <a16:creationId xmlns:a16="http://schemas.microsoft.com/office/drawing/2014/main" id="{49CF7D8E-5E64-4CAA-AFB9-F616D3E9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19</a:t>
            </a:r>
          </a:p>
        </p:txBody>
      </p:sp>
    </p:spTree>
    <p:extLst>
      <p:ext uri="{BB962C8B-B14F-4D97-AF65-F5344CB8AC3E}">
        <p14:creationId xmlns:p14="http://schemas.microsoft.com/office/powerpoint/2010/main" val="67482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7">
            <a:extLst xmlns:a="http://schemas.openxmlformats.org/drawingml/2006/main">
              <a:ext uri="{FF2B5EF4-FFF2-40B4-BE49-F238E27FC236}">
                <a16:creationId xmlns:a16="http://schemas.microsoft.com/office/drawing/2014/main" id="{A038C570-6F8D-464E-96A4-97FB7A69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17. Bug Creation and Assignment Activity Flow</a:t>
            </a:r>
          </a:p>
        </p:txBody>
      </p:sp>
      <p:sp>
        <p:nvSpPr>
          <p:cNvPr id="2" name="source-17">
            <a:extLst xmlns:a="http://schemas.openxmlformats.org/drawingml/2006/main">
              <a:ext uri="{FF2B5EF4-FFF2-40B4-BE49-F238E27FC236}">
                <a16:creationId xmlns:a16="http://schemas.microsoft.com/office/drawing/2014/main" id="{AD96A4C8-6C72-4561-B693-29568F6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A13FC252-501A-4638-B037-BB246DCC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7a301e8eb48d3"/>
          <a:stretch xmlns:a="http://schemas.openxmlformats.org/drawingml/2006/main"/>
        </p:blipFill>
        <p:spPr>
          <a:xfrm xmlns:a="http://schemas.openxmlformats.org/drawingml/2006/main">
            <a:off x="4762500" y="1409700"/>
            <a:ext cx="266700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20">
            <a:extLst xmlns:a="http://schemas.openxmlformats.org/drawingml/2006/main">
              <a:ext uri="{FF2B5EF4-FFF2-40B4-BE49-F238E27FC236}">
                <a16:creationId xmlns:a16="http://schemas.microsoft.com/office/drawing/2014/main" id="{2E3E399F-E2D6-434F-B511-3032C818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20</a:t>
            </a:r>
          </a:p>
        </p:txBody>
      </p:sp>
    </p:spTree>
    <p:extLst>
      <p:ext uri="{BB962C8B-B14F-4D97-AF65-F5344CB8AC3E}">
        <p14:creationId xmlns:p14="http://schemas.microsoft.com/office/powerpoint/2010/main" val="8895553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8">
            <a:extLst xmlns:a="http://schemas.openxmlformats.org/drawingml/2006/main">
              <a:ext uri="{FF2B5EF4-FFF2-40B4-BE49-F238E27FC236}">
                <a16:creationId xmlns:a16="http://schemas.microsoft.com/office/drawing/2014/main" id="{055DA715-4B96-4C01-91F8-521BCCBF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18. Developer Review Decision Flow</a:t>
            </a:r>
          </a:p>
        </p:txBody>
      </p:sp>
      <p:sp>
        <p:nvSpPr>
          <p:cNvPr id="2" name="source-18">
            <a:extLst xmlns:a="http://schemas.openxmlformats.org/drawingml/2006/main">
              <a:ext uri="{FF2B5EF4-FFF2-40B4-BE49-F238E27FC236}">
                <a16:creationId xmlns:a16="http://schemas.microsoft.com/office/drawing/2014/main" id="{58590DA7-DC7A-4C07-B370-C7EF91E9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66E83CFE-DF8A-4F07-B1A3-A858681E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7a71c808e4f64"/>
          <a:stretch xmlns:a="http://schemas.openxmlformats.org/drawingml/2006/main"/>
        </p:blipFill>
        <p:spPr>
          <a:xfrm xmlns:a="http://schemas.openxmlformats.org/drawingml/2006/main">
            <a:off x="4021667" y="1409700"/>
            <a:ext cx="4148667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21">
            <a:extLst xmlns:a="http://schemas.openxmlformats.org/drawingml/2006/main">
              <a:ext uri="{FF2B5EF4-FFF2-40B4-BE49-F238E27FC236}">
                <a16:creationId xmlns:a16="http://schemas.microsoft.com/office/drawing/2014/main" id="{AE1650FE-84BD-4FDF-92ED-BD661380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21</a:t>
            </a:r>
          </a:p>
        </p:txBody>
      </p:sp>
    </p:spTree>
    <p:extLst>
      <p:ext uri="{BB962C8B-B14F-4D97-AF65-F5344CB8AC3E}">
        <p14:creationId xmlns:p14="http://schemas.microsoft.com/office/powerpoint/2010/main" val="10871935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9">
            <a:extLst xmlns:a="http://schemas.openxmlformats.org/drawingml/2006/main">
              <a:ext uri="{FF2B5EF4-FFF2-40B4-BE49-F238E27FC236}">
                <a16:creationId xmlns:a16="http://schemas.microsoft.com/office/drawing/2014/main" id="{E0F2B3C4-34F1-4AEB-A965-4DBE1F27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19. Request More Information Flow</a:t>
            </a:r>
          </a:p>
        </p:txBody>
      </p:sp>
      <p:sp>
        <p:nvSpPr>
          <p:cNvPr id="2" name="source-19">
            <a:extLst xmlns:a="http://schemas.openxmlformats.org/drawingml/2006/main">
              <a:ext uri="{FF2B5EF4-FFF2-40B4-BE49-F238E27FC236}">
                <a16:creationId xmlns:a16="http://schemas.microsoft.com/office/drawing/2014/main" id="{6823A714-C4CB-4AA4-9445-944D00F7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FB5603E3-701B-4176-9355-B0720B76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16124381a4d5a"/>
          <a:stretch xmlns:a="http://schemas.openxmlformats.org/drawingml/2006/main"/>
        </p:blipFill>
        <p:spPr>
          <a:xfrm xmlns:a="http://schemas.openxmlformats.org/drawingml/2006/main">
            <a:off x="1808383" y="1409700"/>
            <a:ext cx="8575234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22">
            <a:extLst xmlns:a="http://schemas.openxmlformats.org/drawingml/2006/main">
              <a:ext uri="{FF2B5EF4-FFF2-40B4-BE49-F238E27FC236}">
                <a16:creationId xmlns:a16="http://schemas.microsoft.com/office/drawing/2014/main" id="{A37D9CEB-7BA0-41A1-B307-EFD9C68D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22</a:t>
            </a:r>
          </a:p>
        </p:txBody>
      </p:sp>
    </p:spTree>
    <p:extLst>
      <p:ext uri="{BB962C8B-B14F-4D97-AF65-F5344CB8AC3E}">
        <p14:creationId xmlns:p14="http://schemas.microsoft.com/office/powerpoint/2010/main" val="15698737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0">
            <a:extLst xmlns:a="http://schemas.openxmlformats.org/drawingml/2006/main">
              <a:ext uri="{FF2B5EF4-FFF2-40B4-BE49-F238E27FC236}">
                <a16:creationId xmlns:a16="http://schemas.microsoft.com/office/drawing/2014/main" id="{DE5E6188-F942-4445-8631-407EC8D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20. Resolve, Retest, Close, and Reopen Flow</a:t>
            </a:r>
          </a:p>
        </p:txBody>
      </p:sp>
      <p:sp>
        <p:nvSpPr>
          <p:cNvPr id="2" name="source-20">
            <a:extLst xmlns:a="http://schemas.openxmlformats.org/drawingml/2006/main">
              <a:ext uri="{FF2B5EF4-FFF2-40B4-BE49-F238E27FC236}">
                <a16:creationId xmlns:a16="http://schemas.microsoft.com/office/drawing/2014/main" id="{21C598D9-D1C9-46CB-84AB-797C373C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CAE7899D-C172-4801-B289-AB5D1A2F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e8e67cfdc480a"/>
          <a:stretch xmlns:a="http://schemas.openxmlformats.org/drawingml/2006/main"/>
        </p:blipFill>
        <p:spPr>
          <a:xfrm xmlns:a="http://schemas.openxmlformats.org/drawingml/2006/main">
            <a:off x="5016931" y="1409700"/>
            <a:ext cx="2158139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23">
            <a:extLst xmlns:a="http://schemas.openxmlformats.org/drawingml/2006/main">
              <a:ext uri="{FF2B5EF4-FFF2-40B4-BE49-F238E27FC236}">
                <a16:creationId xmlns:a16="http://schemas.microsoft.com/office/drawing/2014/main" id="{1C42972C-0E4B-4F5B-AC9D-EC20CA59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23</a:t>
            </a:r>
          </a:p>
        </p:txBody>
      </p:sp>
    </p:spTree>
    <p:extLst>
      <p:ext uri="{BB962C8B-B14F-4D97-AF65-F5344CB8AC3E}">
        <p14:creationId xmlns:p14="http://schemas.microsoft.com/office/powerpoint/2010/main" val="16583953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1">
            <a:extLst xmlns:a="http://schemas.openxmlformats.org/drawingml/2006/main">
              <a:ext uri="{FF2B5EF4-FFF2-40B4-BE49-F238E27FC236}">
                <a16:creationId xmlns:a16="http://schemas.microsoft.com/office/drawing/2014/main" id="{5E3D8605-AFCC-4BE8-82C1-F8A433C7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F172A"/>
                </a:solidFill>
              </a:defRPr>
            </a:pPr>
            <a:r>
              <a:rPr sz="2325" b="1">
                <a:solidFill>
                  <a:srgbClr val="0F172A"/>
                </a:solidFill>
              </a:rPr>
              <a:t>21. PM Monitoring and Escalation Flow</a:t>
            </a:r>
          </a:p>
        </p:txBody>
      </p:sp>
      <p:sp>
        <p:nvSpPr>
          <p:cNvPr id="2" name="source-21">
            <a:extLst xmlns:a="http://schemas.openxmlformats.org/drawingml/2006/main">
              <a:ext uri="{FF2B5EF4-FFF2-40B4-BE49-F238E27FC236}">
                <a16:creationId xmlns:a16="http://schemas.microsoft.com/office/drawing/2014/main" id="{145B9A79-0B7D-483F-B937-1EA2C6B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Canonical source: docs/diagrams/08-frs-functional-workflows.md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C60CCD15-F327-46AB-B940-27E64F9F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b183f4d774701"/>
          <a:stretch xmlns:a="http://schemas.openxmlformats.org/drawingml/2006/main"/>
        </p:blipFill>
        <p:spPr>
          <a:xfrm xmlns:a="http://schemas.openxmlformats.org/drawingml/2006/main">
            <a:off x="4086780" y="1409700"/>
            <a:ext cx="4018439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footer-24">
            <a:extLst xmlns:a="http://schemas.openxmlformats.org/drawingml/2006/main">
              <a:ext uri="{FF2B5EF4-FFF2-40B4-BE49-F238E27FC236}">
                <a16:creationId xmlns:a16="http://schemas.microsoft.com/office/drawing/2014/main" id="{951BFCFF-26E7-43CB-92A0-9DD2FBF4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475569"/>
                </a:solidFill>
              </a:defRPr>
            </a:pPr>
            <a:r>
              <a:rPr sz="900">
                <a:solidFill>
                  <a:srgbClr val="475569"/>
                </a:solidFill>
              </a:rPr>
              <a:t>SU26SAP01_GSU26SAP01  |  Diagram Pack  |  24</a:t>
            </a:r>
          </a:p>
        </p:txBody>
      </p:sp>
    </p:spTree>
    <p:extLst>
      <p:ext uri="{BB962C8B-B14F-4D97-AF65-F5344CB8AC3E}">
        <p14:creationId xmlns:p14="http://schemas.microsoft.com/office/powerpoint/2010/main" val="11622387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2026-07-10T19:40:18.9720000Z</dcterms:created>
  <dcterms:modified xsi:type="dcterms:W3CDTF">2026-07-10T19:40:18.9720000Z</dcterms:modified>
</coreProperties>
</file>